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phbern-title-background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HBern titl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031" y="1601625"/>
            <a:ext cx="7848600" cy="1402174"/>
          </a:xfrm>
        </p:spPr>
        <p:txBody>
          <a:bodyPr/>
          <a:lstStyle/>
          <a:p>
            <a:r>
              <a:rPr lang="en-US" sz="3100" b="1" u="sng" cap="all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2030" y="3041786"/>
            <a:ext cx="7848599" cy="3940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500" b="1">
                <a:solidFill>
                  <a:srgbClr val="000000"/>
                </a:solidFill>
                <a:latin typeface="Arial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1049288"/>
            <a:ext cx="7848600" cy="514350"/>
          </a:xfrm>
        </p:spPr>
        <p:txBody>
          <a:bodyPr/>
          <a:lstStyle/>
          <a:p>
            <a:fld id="{241EB5C9-1307-BA42-ABA2-0BC069CD8E7F}" type="datetimeFigureOut">
              <a:rPr lang="en-US" smtClean="0" sz="1600" b="0">
                <a:solidFill>
                  <a:srgbClr val="AD0101"/>
                </a:solidFill>
                <a:latin typeface="Arial"/>
              </a:rPr>
              <a:t>1/2/22</a:t>
            </a:fld>
            <a:endParaRPr lang="en-US" sz="1600" b="0">
              <a:solidFill>
                <a:srgbClr val="AD0101"/>
              </a:solidFill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031" y="857250"/>
            <a:ext cx="8299938" cy="3682288"/>
          </a:xfrm>
        </p:spPr>
        <p:txBody>
          <a:bodyPr/>
          <a:lstStyle/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031" y="857250"/>
            <a:ext cx="8299938" cy="3682288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2031" y="857250"/>
            <a:ext cx="4005953" cy="3682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016" y="857250"/>
            <a:ext cx="4005953" cy="3682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9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>
            <a:lvl1pPr>
              <a:defRPr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031" y="857250"/>
            <a:ext cx="4005953" cy="368228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016" y="857250"/>
            <a:ext cx="4005953" cy="3682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11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7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6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031" y="857250"/>
            <a:ext cx="8299938" cy="36822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9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9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2031" y="376557"/>
            <a:ext cx="8299938" cy="294959"/>
          </a:xfrm>
        </p:spPr>
        <p:txBody>
          <a:bodyPr vert="eaVert"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