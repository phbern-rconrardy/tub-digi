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Metadata/LabelInfo.xml" ContentType="application/xml"/>
  <Override PartName="/ppt/webextensions/taskpanes.xml" ContentType="application/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5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8.svg" ContentType="image/svg"/>
  <Override PartName="/ppt/media/image12.svg" ContentType="image/svg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microsoft.com/office/2011/relationships/webextensiontaskpanes" Target="ppt/webextensions/taskpanes.xml"/><Relationship Id="rId9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60" r:id="rId4"/>
  </p:sldMasterIdLst>
  <p:sldIdLst>
    <p:sldId id="256" r:id="rId5"/>
    <p:sldId id="257" r:id="rId6"/>
    <p:sldId id="258" r:id="rId7"/>
    <p:sldId id="259" r:id="rId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8.xml"/><Relationship Id="rId4" Type="http://schemas.openxmlformats.org/officeDocument/2006/relationships/slideMaster" Target="slideMasters/slideMaster1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1" name="Textfeld 3" hidden="1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6B43C07B-8225-47BD-9947-E1BDFD398FDB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3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4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24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25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2F9ACFD7-7305-4305-9520-9ADCC01B642B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7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0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5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6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7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8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9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40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41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42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43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44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45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46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pic>
        <p:nvPicPr>
          <p:cNvPr id="47" name="Bild 7" descr="BG.jpg"/>
          <p:cNvPicPr/>
          <p:nvPr/>
        </p:nvPicPr>
        <p:blipFill>
          <a:blip r:embed="rId2"/>
          <a:srcRect l="0" t="17903" r="0" b="-17903"/>
          <a:stretch/>
        </p:blipFill>
        <p:spPr>
          <a:xfrm>
            <a:off x="0" y="-36000"/>
            <a:ext cx="9143640" cy="6334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" name="Picture 44" descr="Log_PHB_bordeau"/>
          <p:cNvPicPr/>
          <p:nvPr/>
        </p:nvPicPr>
        <p:blipFill>
          <a:blip r:embed="rId3"/>
          <a:stretch/>
        </p:blipFill>
        <p:spPr>
          <a:xfrm>
            <a:off x="6752520" y="39240"/>
            <a:ext cx="2055600" cy="531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ctrTitle"/>
          </p:nvPr>
        </p:nvSpPr>
        <p:spPr>
          <a:xfrm>
            <a:off x="421920" y="1601640"/>
            <a:ext cx="7848360" cy="1401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DE" sz="3100" strike="noStrike" u="sng" cap="all">
                <a:solidFill>
                  <a:schemeClr val="dk1"/>
                </a:solidFill>
                <a:effectLst/>
                <a:uFill>
                  <a:solidFill>
                    <a:srgbClr val="b8223f"/>
                  </a:solidFill>
                </a:uFill>
                <a:latin typeface="Arial"/>
                <a:ea typeface="MS PGothic"/>
              </a:rPr>
              <a:t>Titel</a:t>
            </a:r>
            <a:br>
              <a:rPr sz="3100"/>
            </a:br>
            <a:endParaRPr b="0" lang="de-CH" sz="31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0" name="Picture 44" descr="Log_PHB_bordeau"/>
          <p:cNvPicPr/>
          <p:nvPr/>
        </p:nvPicPr>
        <p:blipFill>
          <a:blip r:embed="rId4"/>
          <a:stretch/>
        </p:blipFill>
        <p:spPr>
          <a:xfrm>
            <a:off x="6660360" y="-20520"/>
            <a:ext cx="2226960" cy="70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" name="PlaceHolder 2"/>
          <p:cNvSpPr>
            <a:spLocks noGrp="1"/>
          </p:cNvSpPr>
          <p:nvPr>
            <p:ph type="subTitle" idx="1"/>
          </p:nvPr>
        </p:nvSpPr>
        <p:spPr>
          <a:xfrm>
            <a:off x="421920" y="3041640"/>
            <a:ext cx="7848360" cy="393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de-DE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Richard Conrardy, Dozent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53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93DA97FB-6549-4F02-8C03-2ADEBD2D0E06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55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56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57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58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59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0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1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2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3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4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5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6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7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8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69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70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71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72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73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74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75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76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77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0EE4B49A-4743-4B2F-97EC-F9FC3732BD3D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79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0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1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2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3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4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5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6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7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8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89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0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1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2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3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4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5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6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7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98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sp>
        <p:nvSpPr>
          <p:cNvPr id="99" name="Textfeld 3"/>
          <p:cNvSpPr/>
          <p:nvPr/>
        </p:nvSpPr>
        <p:spPr>
          <a:xfrm>
            <a:off x="421920" y="339480"/>
            <a:ext cx="83005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7760" rIns="77760" tIns="38880" bIns="38880" anchor="t">
            <a:noAutofit/>
          </a:bodyPr>
          <a:p>
            <a:pPr>
              <a:lnSpc>
                <a:spcPct val="100000"/>
              </a:lnSpc>
            </a:pPr>
            <a:r>
              <a:rPr b="1" lang="de-CH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INHALT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idx="1"/>
          </p:nvPr>
        </p:nvSpPr>
        <p:spPr>
          <a:xfrm>
            <a:off x="421920" y="858600"/>
            <a:ext cx="8300520" cy="388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291960" indent="-291960">
              <a:lnSpc>
                <a:spcPct val="100000"/>
              </a:lnSpc>
              <a:spcBef>
                <a:spcPts val="300"/>
              </a:spcBef>
              <a:buClr>
                <a:srgbClr val="b8223f"/>
              </a:buClr>
              <a:buFont typeface="Arial"/>
              <a:buAutoNum type="arabicPeriod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CH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103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1E5662E5-05E6-4763-B81E-70DE2F569D43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105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6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7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8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9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0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1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2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3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4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5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6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7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8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9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0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1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2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3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4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5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126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127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1BAEA4D1-F06D-41DC-9B30-1AC4F931497E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9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0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1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2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3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4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5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6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7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8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9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0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1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2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3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4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5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6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7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8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body"/>
          </p:nvPr>
        </p:nvSpPr>
        <p:spPr>
          <a:xfrm>
            <a:off x="421920" y="1828800"/>
            <a:ext cx="7596360" cy="89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de-CH" sz="3100" strike="noStrike" u="sng" cap="all">
                <a:solidFill>
                  <a:schemeClr val="dk1"/>
                </a:solidFill>
                <a:effectLst/>
                <a:uFill>
                  <a:solidFill>
                    <a:srgbClr val="b8223f"/>
                  </a:solidFill>
                </a:uFill>
                <a:latin typeface="Arial"/>
                <a:ea typeface="MS PGothic"/>
              </a:rPr>
              <a:t>TITel einfügen</a:t>
            </a:r>
            <a:endParaRPr b="0" lang="de-CH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CH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152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392F7561-2975-4277-9862-88F5F2C99725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154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55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56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57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58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59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0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1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2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3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4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5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6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7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8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69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70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71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72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73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74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175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176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BEAFDB55-79CE-411C-AF78-23516EFEBB72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78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79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0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1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2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3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4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5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6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7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8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89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0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1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2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3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4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5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6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97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sp>
        <p:nvSpPr>
          <p:cNvPr id="198" name="PlaceHolder 1"/>
          <p:cNvSpPr>
            <a:spLocks noGrp="1"/>
          </p:cNvSpPr>
          <p:nvPr>
            <p:ph idx="1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de-CH" sz="1600" strike="noStrike" u="none" cap="all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Titel Folie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421920" y="857160"/>
            <a:ext cx="8299440" cy="3682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422280" y="3867120"/>
            <a:ext cx="8299080" cy="67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Quellen</a:t>
            </a:r>
            <a:endParaRPr b="0" lang="de-CH" sz="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203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93B98A5F-8D4A-4153-AB6B-75E3BF5BF3F5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4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205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6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7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8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9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0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1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2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3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4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5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6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7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8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9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0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1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2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3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4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5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226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227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206D63DF-4B4C-4E66-8E44-27C1A87CEA88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9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0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1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2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3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4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5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6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7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8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9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0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1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2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3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4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5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6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7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8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sp>
        <p:nvSpPr>
          <p:cNvPr id="249" name="PlaceHolder 1"/>
          <p:cNvSpPr>
            <a:spLocks noGrp="1"/>
          </p:cNvSpPr>
          <p:nvPr>
            <p:ph idx="1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de-CH" sz="1600" strike="noStrike" u="none" cap="all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Titel Folie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51" name="Content Placeholder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266920" y="281160"/>
            <a:ext cx="4609800" cy="46098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el und Inha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253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891933AB-7817-432A-B31F-02FF02833866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255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56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57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58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59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0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1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2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3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4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5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6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7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8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69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70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71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72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73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74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75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276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277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303B7F27-FA0C-4130-8750-19CF0444C1AA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79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0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1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2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3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4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5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6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7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8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89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0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1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2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3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4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5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6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7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98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sp>
        <p:nvSpPr>
          <p:cNvPr id="299" name="PlaceHolder 1"/>
          <p:cNvSpPr>
            <a:spLocks noGrp="1"/>
          </p:cNvSpPr>
          <p:nvPr>
            <p:ph type="body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de-CH" sz="1600" strike="noStrike" u="none" cap="all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Titel Folie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421920" y="85716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4716000" y="84348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422280" y="3867120"/>
            <a:ext cx="8299080" cy="67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Quellen</a:t>
            </a:r>
            <a:endParaRPr b="0" lang="de-CH" sz="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el und Inha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305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F8047CB6-8E58-4E0E-8624-8006ED3CF0F2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6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307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08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09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0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1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2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3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4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5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6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7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8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19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0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1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2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3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4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5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6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27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328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329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4E5B1CF4-B778-4467-B9A3-66246BEAF367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1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2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3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4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5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6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7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8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39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0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1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2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3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4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5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6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7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8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49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350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sp>
        <p:nvSpPr>
          <p:cNvPr id="351" name="PlaceHolder 1"/>
          <p:cNvSpPr>
            <a:spLocks noGrp="1"/>
          </p:cNvSpPr>
          <p:nvPr>
            <p:ph type="body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en-US" sz="1600" strike="noStrike" u="none" cap="all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Quellen und Lizenzen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4716000" y="84348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ntent Placeholder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81680" y="857160"/>
            <a:ext cx="3885840" cy="3885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ada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0859D5C1-582D-4EE7-BDE5-416A69C46F4F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idx="1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en-US" sz="1600" strike="noStrike" u="none" cap="all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Auftrag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body"/>
          </p:nvPr>
        </p:nvSpPr>
        <p:spPr>
          <a:xfrm>
            <a:off x="421920" y="857160"/>
            <a:ext cx="8299440" cy="3682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ungen mit Padlet">
    <p:bg>
      <p:bgPr>
        <a:solidFill>
          <a:srgbClr val="ada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555A0AE5-E087-4D4B-AB16-F102C49A4935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body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en-US" sz="1600" strike="noStrike" u="none" cap="all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Auftrag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body"/>
          </p:nvPr>
        </p:nvSpPr>
        <p:spPr>
          <a:xfrm>
            <a:off x="421920" y="857160"/>
            <a:ext cx="8299440" cy="3682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65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435080" y="3976560"/>
            <a:ext cx="1315440" cy="131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385120" y="3803400"/>
            <a:ext cx="692280" cy="692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rgbClr val="ada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1EBB166C-B8D8-4A41-9936-C6EBD1864E1A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idx="1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en-US" sz="1600" strike="noStrike" u="none" cap="all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Auftrag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idx="2"/>
          </p:nvPr>
        </p:nvSpPr>
        <p:spPr>
          <a:xfrm>
            <a:off x="421920" y="85716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4716000" y="84348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447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90FB5B84-259E-4E58-AFBB-D20FD825415A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pic>
        <p:nvPicPr>
          <p:cNvPr id="375" name="Content Placeholder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77600" y="88200"/>
            <a:ext cx="1166040" cy="11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PlaceHolder 1"/>
          <p:cNvSpPr>
            <a:spLocks noGrp="1"/>
          </p:cNvSpPr>
          <p:nvPr>
            <p:ph idx="1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de-CH" sz="1600" strike="noStrike" u="none" cap="all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Titel Folie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body" idx="2"/>
          </p:nvPr>
        </p:nvSpPr>
        <p:spPr>
          <a:xfrm>
            <a:off x="421920" y="857160"/>
            <a:ext cx="8299440" cy="3682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body"/>
          </p:nvPr>
        </p:nvSpPr>
        <p:spPr>
          <a:xfrm>
            <a:off x="422280" y="3867120"/>
            <a:ext cx="8299080" cy="67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Quellen</a:t>
            </a:r>
            <a:endParaRPr b="0" lang="de-CH" sz="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447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A7F5046F-27AE-403D-A230-D8203CF518AB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pic>
        <p:nvPicPr>
          <p:cNvPr id="382" name="Content Placeholder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77600" y="88200"/>
            <a:ext cx="1166040" cy="11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PlaceHolder 1"/>
          <p:cNvSpPr>
            <a:spLocks noGrp="1"/>
          </p:cNvSpPr>
          <p:nvPr>
            <p:ph type="body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de-CH" sz="1600" strike="noStrike" u="none" cap="all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Titel Folie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body"/>
          </p:nvPr>
        </p:nvSpPr>
        <p:spPr>
          <a:xfrm>
            <a:off x="421920" y="85716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 type="body"/>
          </p:nvPr>
        </p:nvSpPr>
        <p:spPr>
          <a:xfrm>
            <a:off x="4716000" y="84348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360000" indent="-180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504000" indent="-216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Third level</a:t>
            </a: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648000" indent="-216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Symbol" charset="2"/>
              <a:buChar char="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Fourth level</a:t>
            </a:r>
            <a:endParaRPr b="0" lang="de-CH" sz="1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792000" indent="-2880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Times"/>
              <a:buChar char="–"/>
            </a:pPr>
            <a:r>
              <a:rPr b="0" lang="en-US" sz="13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Fifth level</a:t>
            </a:r>
            <a:endParaRPr b="0" lang="de-CH" sz="1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5"/>
          <p:cNvSpPr>
            <a:spLocks noGrp="1"/>
          </p:cNvSpPr>
          <p:nvPr>
            <p:ph type="body"/>
          </p:nvPr>
        </p:nvSpPr>
        <p:spPr>
          <a:xfrm>
            <a:off x="422280" y="3867120"/>
            <a:ext cx="8299080" cy="67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Quellen</a:t>
            </a:r>
            <a:endParaRPr b="0" lang="de-CH" sz="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203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93B98A5F-8D4A-4153-AB6B-75E3BF5BF3F5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4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205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6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7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8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09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0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1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2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3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4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5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6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7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8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19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0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1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2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3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4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5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226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227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206D63DF-4B4C-4E66-8E44-27C1A87CEA88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29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0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1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2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3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4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5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6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7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8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39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0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1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2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3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4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5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6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7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248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sp>
        <p:nvSpPr>
          <p:cNvPr id="249" name="PlaceHolder 1"/>
          <p:cNvSpPr>
            <a:spLocks noGrp="1"/>
          </p:cNvSpPr>
          <p:nvPr>
            <p:ph type="body" idx="1"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de-DE" sz="1100" strike="noStrike" u="none">
                <a:solidFill>
                  <a:srgbClr val="b8223f"/>
                </a:solidFill>
                <a:effectLst/>
                <a:uFillTx/>
                <a:latin typeface="Arial"/>
                <a:ea typeface="MS PGothic"/>
              </a:rPr>
              <a:t>Titel Kapitel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lnSpc>
                <a:spcPts val="1701"/>
              </a:lnSpc>
              <a:buNone/>
            </a:pPr>
            <a:r>
              <a:rPr b="1" lang="de-CH" sz="1600" strike="noStrike" u="none" cap="all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Titel Folie</a:t>
            </a:r>
            <a:endParaRPr b="0" lang="de-CH" sz="1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51" name="Content Placeholder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266920" y="281160"/>
            <a:ext cx="4609800" cy="46098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Line 15"/>
          <p:cNvSpPr/>
          <p:nvPr/>
        </p:nvSpPr>
        <p:spPr>
          <a:xfrm>
            <a:off x="421920" y="4647240"/>
            <a:ext cx="8299800" cy="5760"/>
          </a:xfrm>
          <a:prstGeom prst="line">
            <a:avLst/>
          </a:prstGeom>
          <a:ln w="3175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760" rIns="77760" tIns="2880" bIns="2880" anchor="ctr">
            <a:noAutofit/>
          </a:bodyPr>
          <a:p>
            <a:endParaRPr b="0" lang="de-DE" sz="2000" strike="noStrike" u="none">
              <a:solidFill>
                <a:schemeClr val="dk1"/>
              </a:solidFill>
              <a:effectLst/>
              <a:uFillTx/>
              <a:latin typeface="Times New Roman"/>
              <a:ea typeface="ＭＳ Ｐゴシック"/>
            </a:endParaRPr>
          </a:p>
        </p:txBody>
      </p:sp>
      <p:sp>
        <p:nvSpPr>
          <p:cNvPr id="103" name="Textfeld 3"/>
          <p:cNvSpPr/>
          <p:nvPr/>
        </p:nvSpPr>
        <p:spPr>
          <a:xfrm>
            <a:off x="311040" y="4803840"/>
            <a:ext cx="32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7760" rIns="77760" tIns="38880" bIns="38880" anchor="t">
            <a:spAutoFit/>
          </a:bodyPr>
          <a:p>
            <a:pPr algn="r" defTabSz="779040">
              <a:lnSpc>
                <a:spcPct val="100000"/>
              </a:lnSpc>
              <a:tabLst>
                <a:tab algn="l" pos="0"/>
              </a:tabLst>
            </a:pPr>
            <a:fld id="{1E5662E5-05E6-4763-B81E-70DE2F569D43}" type="slidenum">
              <a:rPr b="0" lang="de-CH" sz="7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779040">
              <a:lnSpc>
                <a:spcPct val="100000"/>
              </a:lnSpc>
              <a:tabLst>
                <a:tab algn="l" pos="0"/>
              </a:tabLst>
            </a:pP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Group 45"/>
          <p:cNvGrpSpPr/>
          <p:nvPr/>
        </p:nvGrpSpPr>
        <p:grpSpPr>
          <a:xfrm>
            <a:off x="-609120" y="449640"/>
            <a:ext cx="516960" cy="3066120"/>
            <a:chOff x="-609120" y="449640"/>
            <a:chExt cx="516960" cy="3066120"/>
          </a:xfrm>
        </p:grpSpPr>
        <p:sp>
          <p:nvSpPr>
            <p:cNvPr id="105" name="Rectangle 1"/>
            <p:cNvSpPr/>
            <p:nvPr/>
          </p:nvSpPr>
          <p:spPr>
            <a:xfrm rot="10800000">
              <a:off x="-582480" y="4496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6" name="Rectangle 2"/>
            <p:cNvSpPr/>
            <p:nvPr/>
          </p:nvSpPr>
          <p:spPr>
            <a:xfrm rot="10800000">
              <a:off x="-582480" y="69768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7" name="Rectangle 4"/>
            <p:cNvSpPr/>
            <p:nvPr/>
          </p:nvSpPr>
          <p:spPr>
            <a:xfrm rot="10800000">
              <a:off x="-582480" y="94572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8" name="Rectangle 5"/>
            <p:cNvSpPr/>
            <p:nvPr/>
          </p:nvSpPr>
          <p:spPr>
            <a:xfrm rot="10800000">
              <a:off x="-582480" y="125100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09" name="Rectangle 6"/>
            <p:cNvSpPr/>
            <p:nvPr/>
          </p:nvSpPr>
          <p:spPr>
            <a:xfrm rot="10800000">
              <a:off x="-582480" y="1495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0" name="Rectangle 7"/>
            <p:cNvSpPr/>
            <p:nvPr/>
          </p:nvSpPr>
          <p:spPr>
            <a:xfrm rot="10800000">
              <a:off x="-582480" y="173952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1" name="Rectangle 8"/>
            <p:cNvSpPr/>
            <p:nvPr/>
          </p:nvSpPr>
          <p:spPr>
            <a:xfrm rot="10800000">
              <a:off x="-274680" y="449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2" name="Rectangle 9"/>
            <p:cNvSpPr/>
            <p:nvPr/>
          </p:nvSpPr>
          <p:spPr>
            <a:xfrm rot="10800000">
              <a:off x="-274680" y="6944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3" name="Rectangle 10"/>
            <p:cNvSpPr/>
            <p:nvPr/>
          </p:nvSpPr>
          <p:spPr>
            <a:xfrm rot="10800000">
              <a:off x="-274680" y="94248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4" name="Rectangle 11"/>
            <p:cNvSpPr/>
            <p:nvPr/>
          </p:nvSpPr>
          <p:spPr>
            <a:xfrm rot="10800000">
              <a:off x="-274680" y="124920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5" name="Rectangle 12"/>
            <p:cNvSpPr/>
            <p:nvPr/>
          </p:nvSpPr>
          <p:spPr>
            <a:xfrm rot="10800000">
              <a:off x="-274680" y="14972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6" name="Rectangle 13"/>
            <p:cNvSpPr/>
            <p:nvPr/>
          </p:nvSpPr>
          <p:spPr>
            <a:xfrm rot="10800000">
              <a:off x="-274680" y="17420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7" name="Rectangle 14"/>
            <p:cNvSpPr/>
            <p:nvPr/>
          </p:nvSpPr>
          <p:spPr>
            <a:xfrm rot="10800000">
              <a:off x="-274680" y="220392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8" name="Rectangle 15"/>
            <p:cNvSpPr/>
            <p:nvPr/>
          </p:nvSpPr>
          <p:spPr>
            <a:xfrm rot="10800000">
              <a:off x="-274680" y="244872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19" name="Rectangle 16"/>
            <p:cNvSpPr/>
            <p:nvPr/>
          </p:nvSpPr>
          <p:spPr>
            <a:xfrm rot="10800000">
              <a:off x="-274680" y="269676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0" name="Rectangle 17"/>
            <p:cNvSpPr/>
            <p:nvPr/>
          </p:nvSpPr>
          <p:spPr>
            <a:xfrm rot="10800000">
              <a:off x="-609120" y="220392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1" name="Rectangle 18"/>
            <p:cNvSpPr/>
            <p:nvPr/>
          </p:nvSpPr>
          <p:spPr>
            <a:xfrm rot="10800000">
              <a:off x="-609120" y="245196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2" name="Rectangle 19"/>
            <p:cNvSpPr/>
            <p:nvPr/>
          </p:nvSpPr>
          <p:spPr>
            <a:xfrm rot="10800000">
              <a:off x="-609120" y="269676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3" name="Rectangle 20"/>
            <p:cNvSpPr/>
            <p:nvPr/>
          </p:nvSpPr>
          <p:spPr>
            <a:xfrm rot="10800000">
              <a:off x="-274680" y="299736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4" name="Rectangle 21"/>
            <p:cNvSpPr/>
            <p:nvPr/>
          </p:nvSpPr>
          <p:spPr>
            <a:xfrm rot="10800000">
              <a:off x="-609120" y="300384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5" name="Rectangle 22"/>
            <p:cNvSpPr/>
            <p:nvPr/>
          </p:nvSpPr>
          <p:spPr>
            <a:xfrm rot="10800000">
              <a:off x="-426240" y="333324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grpSp>
        <p:nvGrpSpPr>
          <p:cNvPr id="126" name="Group 46"/>
          <p:cNvGrpSpPr/>
          <p:nvPr/>
        </p:nvGrpSpPr>
        <p:grpSpPr>
          <a:xfrm>
            <a:off x="1752480" y="-1314360"/>
            <a:ext cx="3154680" cy="1245240"/>
            <a:chOff x="1752480" y="-1314360"/>
            <a:chExt cx="3154680" cy="1245240"/>
          </a:xfrm>
        </p:grpSpPr>
        <p:sp>
          <p:nvSpPr>
            <p:cNvPr id="127" name="Textfeld 3"/>
            <p:cNvSpPr/>
            <p:nvPr/>
          </p:nvSpPr>
          <p:spPr>
            <a:xfrm rot="16200000">
              <a:off x="4545720" y="-1354320"/>
              <a:ext cx="3214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760" rIns="77760" tIns="38880" bIns="38880" anchor="t">
              <a:spAutoFit/>
            </a:bodyPr>
            <a:p>
              <a:pPr algn="r" defTabSz="779040">
                <a:lnSpc>
                  <a:spcPct val="100000"/>
                </a:lnSpc>
                <a:tabLst>
                  <a:tab algn="l" pos="0"/>
                </a:tabLst>
              </a:pPr>
              <a:fld id="{1BAEA4D1-F06D-41DC-9B30-1AC4F931497E}" type="slidenum">
                <a:rPr b="0" lang="de-CH" sz="7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MS PGothic"/>
                </a:rPr>
                <a:t>&lt;number&gt;</a:t>
              </a:fld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779040">
                <a:lnSpc>
                  <a:spcPct val="100000"/>
                </a:lnSpc>
                <a:tabLst>
                  <a:tab algn="l" pos="0"/>
                </a:tabLst>
              </a:pPr>
              <a:endPara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Rectangle 48"/>
            <p:cNvSpPr/>
            <p:nvPr/>
          </p:nvSpPr>
          <p:spPr>
            <a:xfrm rot="16200000">
              <a:off x="4636080" y="-559440"/>
              <a:ext cx="182520" cy="182520"/>
            </a:xfrm>
            <a:prstGeom prst="rect">
              <a:avLst/>
            </a:prstGeom>
            <a:solidFill>
              <a:srgbClr val="44748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29" name="Rectangle 49"/>
            <p:cNvSpPr/>
            <p:nvPr/>
          </p:nvSpPr>
          <p:spPr>
            <a:xfrm rot="16200000">
              <a:off x="4388040" y="-559440"/>
              <a:ext cx="182520" cy="182520"/>
            </a:xfrm>
            <a:prstGeom prst="rect">
              <a:avLst/>
            </a:prstGeom>
            <a:solidFill>
              <a:srgbClr val="6c94a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0" name="Rectangle 50"/>
            <p:cNvSpPr/>
            <p:nvPr/>
          </p:nvSpPr>
          <p:spPr>
            <a:xfrm rot="16200000">
              <a:off x="4140360" y="-559440"/>
              <a:ext cx="182520" cy="182520"/>
            </a:xfrm>
            <a:prstGeom prst="rect">
              <a:avLst/>
            </a:prstGeom>
            <a:solidFill>
              <a:srgbClr val="9ebec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1" name="Rectangle 51"/>
            <p:cNvSpPr/>
            <p:nvPr/>
          </p:nvSpPr>
          <p:spPr>
            <a:xfrm rot="16200000">
              <a:off x="383472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2" name="Rectangle 52"/>
            <p:cNvSpPr/>
            <p:nvPr/>
          </p:nvSpPr>
          <p:spPr>
            <a:xfrm rot="16200000">
              <a:off x="359028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3" name="Rectangle 53"/>
            <p:cNvSpPr/>
            <p:nvPr/>
          </p:nvSpPr>
          <p:spPr>
            <a:xfrm rot="16200000">
              <a:off x="3346200" y="-559440"/>
              <a:ext cx="182520" cy="182520"/>
            </a:xfrm>
            <a:prstGeom prst="rect">
              <a:avLst/>
            </a:prstGeom>
            <a:solidFill>
              <a:srgbClr val="adab6b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4" name="Rectangle 54"/>
            <p:cNvSpPr/>
            <p:nvPr/>
          </p:nvSpPr>
          <p:spPr>
            <a:xfrm rot="16200000">
              <a:off x="4636080" y="-251640"/>
              <a:ext cx="182520" cy="182520"/>
            </a:xfrm>
            <a:prstGeom prst="rect">
              <a:avLst/>
            </a:prstGeom>
            <a:solidFill>
              <a:srgbClr val="b46b9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5" name="Rectangle 55"/>
            <p:cNvSpPr/>
            <p:nvPr/>
          </p:nvSpPr>
          <p:spPr>
            <a:xfrm rot="16200000">
              <a:off x="4391280" y="-251640"/>
              <a:ext cx="182520" cy="182520"/>
            </a:xfrm>
            <a:prstGeom prst="rect">
              <a:avLst/>
            </a:prstGeom>
            <a:solidFill>
              <a:srgbClr val="d8b5c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6" name="Rectangle 56"/>
            <p:cNvSpPr/>
            <p:nvPr/>
          </p:nvSpPr>
          <p:spPr>
            <a:xfrm rot="16200000">
              <a:off x="4143240" y="-251640"/>
              <a:ext cx="182520" cy="182520"/>
            </a:xfrm>
            <a:prstGeom prst="rect">
              <a:avLst/>
            </a:prstGeom>
            <a:solidFill>
              <a:srgbClr val="f0e0ea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7" name="Rectangle 57"/>
            <p:cNvSpPr/>
            <p:nvPr/>
          </p:nvSpPr>
          <p:spPr>
            <a:xfrm rot="16200000">
              <a:off x="3836520" y="-251640"/>
              <a:ext cx="182520" cy="18252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8" name="Rectangle 58"/>
            <p:cNvSpPr/>
            <p:nvPr/>
          </p:nvSpPr>
          <p:spPr>
            <a:xfrm rot="16200000">
              <a:off x="3588480" y="-251640"/>
              <a:ext cx="182520" cy="182520"/>
            </a:xfrm>
            <a:prstGeom prst="rect">
              <a:avLst/>
            </a:prstGeom>
            <a:solidFill>
              <a:srgbClr val="3c3c3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39" name="Rectangle 59"/>
            <p:cNvSpPr/>
            <p:nvPr/>
          </p:nvSpPr>
          <p:spPr>
            <a:xfrm rot="16200000">
              <a:off x="3343680" y="-251640"/>
              <a:ext cx="182520" cy="182520"/>
            </a:xfrm>
            <a:prstGeom prst="rect">
              <a:avLst/>
            </a:prstGeom>
            <a:solidFill>
              <a:srgbClr val="787878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0" name="Rectangle 60"/>
            <p:cNvSpPr/>
            <p:nvPr/>
          </p:nvSpPr>
          <p:spPr>
            <a:xfrm rot="16200000">
              <a:off x="2881800" y="-251640"/>
              <a:ext cx="182520" cy="182520"/>
            </a:xfrm>
            <a:prstGeom prst="rect">
              <a:avLst/>
            </a:prstGeom>
            <a:solidFill>
              <a:srgbClr val="ec8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1" name="Rectangle 61"/>
            <p:cNvSpPr/>
            <p:nvPr/>
          </p:nvSpPr>
          <p:spPr>
            <a:xfrm rot="16200000">
              <a:off x="2637000" y="-251640"/>
              <a:ext cx="182520" cy="182520"/>
            </a:xfrm>
            <a:prstGeom prst="rect">
              <a:avLst/>
            </a:prstGeom>
            <a:solidFill>
              <a:srgbClr val="f5bf7f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2" name="Rectangle 62"/>
            <p:cNvSpPr/>
            <p:nvPr/>
          </p:nvSpPr>
          <p:spPr>
            <a:xfrm rot="16200000">
              <a:off x="2388960" y="-251640"/>
              <a:ext cx="182520" cy="182520"/>
            </a:xfrm>
            <a:prstGeom prst="rect">
              <a:avLst/>
            </a:prstGeom>
            <a:solidFill>
              <a:srgbClr val="fbe6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3" name="Rectangle 1023"/>
            <p:cNvSpPr/>
            <p:nvPr/>
          </p:nvSpPr>
          <p:spPr>
            <a:xfrm rot="16200000">
              <a:off x="2881800" y="-586080"/>
              <a:ext cx="182520" cy="182520"/>
            </a:xfrm>
            <a:prstGeom prst="rect">
              <a:avLst/>
            </a:prstGeom>
            <a:solidFill>
              <a:srgbClr val="ffe806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4" name="Rectangle 1024"/>
            <p:cNvSpPr/>
            <p:nvPr/>
          </p:nvSpPr>
          <p:spPr>
            <a:xfrm rot="16200000">
              <a:off x="2633760" y="-586080"/>
              <a:ext cx="182520" cy="182520"/>
            </a:xfrm>
            <a:prstGeom prst="rect">
              <a:avLst/>
            </a:prstGeom>
            <a:solidFill>
              <a:srgbClr val="fff383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5" name="Rectangle 1027"/>
            <p:cNvSpPr/>
            <p:nvPr/>
          </p:nvSpPr>
          <p:spPr>
            <a:xfrm rot="16200000">
              <a:off x="2388960" y="-586080"/>
              <a:ext cx="182520" cy="182520"/>
            </a:xfrm>
            <a:prstGeom prst="rect">
              <a:avLst/>
            </a:prstGeom>
            <a:solidFill>
              <a:srgbClr val="fffacd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6" name="Rectangle 1028"/>
            <p:cNvSpPr/>
            <p:nvPr/>
          </p:nvSpPr>
          <p:spPr>
            <a:xfrm rot="16200000">
              <a:off x="2088360" y="-251640"/>
              <a:ext cx="182520" cy="182520"/>
            </a:xfrm>
            <a:prstGeom prst="rect">
              <a:avLst/>
            </a:prstGeom>
            <a:solidFill>
              <a:srgbClr val="8fe7a5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7" name="Rectangle 1029"/>
            <p:cNvSpPr/>
            <p:nvPr/>
          </p:nvSpPr>
          <p:spPr>
            <a:xfrm rot="16200000">
              <a:off x="2082240" y="-586080"/>
              <a:ext cx="182520" cy="182520"/>
            </a:xfrm>
            <a:prstGeom prst="rect">
              <a:avLst/>
            </a:prstGeom>
            <a:solidFill>
              <a:srgbClr val="e95e8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  <p:sp>
          <p:nvSpPr>
            <p:cNvPr id="148" name="Rectangle 1030"/>
            <p:cNvSpPr/>
            <p:nvPr/>
          </p:nvSpPr>
          <p:spPr>
            <a:xfrm rot="16200000">
              <a:off x="1752480" y="-403200"/>
              <a:ext cx="182520" cy="182520"/>
            </a:xfrm>
            <a:prstGeom prst="rect">
              <a:avLst/>
            </a:prstGeom>
            <a:solidFill>
              <a:srgbClr val="ad010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body"/>
          </p:nvPr>
        </p:nvSpPr>
        <p:spPr>
          <a:xfrm>
            <a:off x="421920" y="1828800"/>
            <a:ext cx="7596360" cy="89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de-CH" sz="3100" strike="noStrike" u="sng" cap="all">
                <a:solidFill>
                  <a:schemeClr val="dk1"/>
                </a:solidFill>
                <a:effectLst/>
                <a:uFill>
                  <a:solidFill>
                    <a:srgbClr val="b8223f"/>
                  </a:solidFill>
                </a:uFill>
                <a:latin typeface="Arial"/>
                <a:ea typeface="MS PGothic"/>
              </a:rPr>
              <a:t>TITel einfügen</a:t>
            </a:r>
            <a:endParaRPr b="0" lang="de-CH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CH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de-CH" sz="2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  <p:sldLayoutId id="2147483659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421920" y="1828440"/>
            <a:ext cx="7848360" cy="1007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de-CH" sz="3100" strike="noStrike" u="sng" cap="all">
                <a:solidFill>
                  <a:schemeClr val="dk1"/>
                </a:solidFill>
                <a:effectLst/>
                <a:uFill>
                  <a:solidFill>
                    <a:srgbClr val="b8223f"/>
                  </a:solidFill>
                </a:uFill>
                <a:latin typeface="Arial"/>
                <a:ea typeface="MS PGothic"/>
              </a:rPr>
              <a:t>Titel</a:t>
            </a:r>
            <a:endParaRPr b="0" lang="de-CH" sz="31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100000"/>
              </a:lnSpc>
              <a:buNone/>
            </a:pPr>
            <a:endParaRPr b="0" lang="de-CH" sz="31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/>
          </p:nvPr>
        </p:nvSpPr>
        <p:spPr>
          <a:xfrm>
            <a:off x="421920" y="2922840"/>
            <a:ext cx="7848360" cy="393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marL="143640" indent="-14364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de-CH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Richard Conrardy, Dozent Digitalität</a:t>
            </a:r>
            <a:endParaRPr b="0" lang="de-CH" sz="1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/>
          </p:nvPr>
        </p:nvSpPr>
        <p:spPr>
          <a:xfrm>
            <a:off x="421920" y="858600"/>
            <a:ext cx="8300520" cy="388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de-CH" sz="1600" strike="noStrike" u="none">
              <a:solidFill>
                <a:schemeClr val="dk1"/>
              </a:solidFill>
              <a:effectLst/>
              <a:uFillTx/>
              <a:latin typeface="Arial"/>
              <a:ea typeface="MS P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/>
          </p:nvPr>
        </p:nvSpPr>
        <p:spPr>
          <a:xfrm>
            <a:off x="421920" y="1828800"/>
            <a:ext cx="7596360" cy="89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spcBef>
                <a:spcPts val="1417"/>
              </a:spcBef>
              <a:buNone/>
            </a:pPr>
            <a:endParaRPr b="1" lang="de-CH" sz="3100" strike="noStrike" u="sng" cap="all">
              <a:solidFill>
                <a:schemeClr val="dk1"/>
              </a:solidFill>
              <a:effectLst/>
              <a:uFill>
                <a:solidFill>
                  <a:srgbClr val="b8223f"/>
                </a:solidFill>
              </a:uFill>
              <a:latin typeface="Arial"/>
              <a:ea typeface="MS P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/>
          </p:nvPr>
        </p:nvSpPr>
        <p:spPr>
          <a:xfrm>
            <a:off x="421920" y="141480"/>
            <a:ext cx="8300520" cy="215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de-CH" sz="1100" strike="noStrike" u="none">
              <a:solidFill>
                <a:srgbClr val="b8223f"/>
              </a:solidFill>
              <a:effectLst/>
              <a:uFillTx/>
              <a:latin typeface="Arial"/>
              <a:ea typeface="MS PGothic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title"/>
          </p:nvPr>
        </p:nvSpPr>
        <p:spPr>
          <a:xfrm>
            <a:off x="421920" y="376560"/>
            <a:ext cx="8299440" cy="29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indent="0">
              <a:buNone/>
            </a:pPr>
            <a:endParaRPr b="1" lang="de-CH" sz="1600" strike="noStrike" u="none" cap="all">
              <a:solidFill>
                <a:schemeClr val="lt1"/>
              </a:solidFill>
              <a:effectLst/>
              <a:uFillTx/>
              <a:latin typeface="Arial"/>
              <a:ea typeface="MS PGothic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/>
          </p:nvPr>
        </p:nvSpPr>
        <p:spPr>
          <a:xfrm>
            <a:off x="421920" y="85716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  <a:ea typeface="MS PGothic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/>
          </p:nvPr>
        </p:nvSpPr>
        <p:spPr>
          <a:xfrm>
            <a:off x="4716000" y="843480"/>
            <a:ext cx="4005720" cy="3885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de-CH" sz="1600" strike="noStrike" u="none">
              <a:solidFill>
                <a:schemeClr val="lt1"/>
              </a:solidFill>
              <a:effectLst/>
              <a:uFillTx/>
              <a:latin typeface="Arial"/>
              <a:ea typeface="MS PGothic"/>
            </a:endParaRPr>
          </a:p>
        </p:txBody>
      </p:sp>
      <p:sp>
        <p:nvSpPr>
          <p:cNvPr id="396" name="PlaceHolder 5"/>
          <p:cNvSpPr>
            <a:spLocks noGrp="1"/>
          </p:cNvSpPr>
          <p:nvPr>
            <p:ph/>
          </p:nvPr>
        </p:nvSpPr>
        <p:spPr>
          <a:xfrm>
            <a:off x="422280" y="3867120"/>
            <a:ext cx="8299080" cy="67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77760" rIns="77760" tIns="38880" bIns="38880" anchor="b">
            <a:noAutofit/>
          </a:bodyPr>
          <a:p>
            <a:pPr marL="144000" indent="-1440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800" strike="noStrike" u="non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dsfsdfs</a:t>
            </a:r>
            <a:endParaRPr b="0" lang="de-CH" sz="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PT Vorlage Dozierende">
  <a:themeElements>
    <a:clrScheme name="PHBern-Farben">
      <a:dk1>
        <a:srgbClr val="000000"/>
      </a:dk1>
      <a:lt1>
        <a:srgbClr val="ffffff"/>
      </a:lt1>
      <a:dk2>
        <a:srgbClr val="f0efcd"/>
      </a:dk2>
      <a:lt2>
        <a:srgbClr val="9ebecc"/>
      </a:lt2>
      <a:accent1>
        <a:srgbClr val="cddfe8"/>
      </a:accent1>
      <a:accent2>
        <a:srgbClr val="6c94a8"/>
      </a:accent2>
      <a:accent3>
        <a:srgbClr val="44748b"/>
      </a:accent3>
      <a:accent4>
        <a:srgbClr val="ffffee"/>
      </a:accent4>
      <a:accent5>
        <a:srgbClr val="cdcc99"/>
      </a:accent5>
      <a:accent6>
        <a:srgbClr val="b8223f"/>
      </a:accent6>
      <a:hlink>
        <a:srgbClr val="0000ff"/>
      </a:hlink>
      <a:folHlink>
        <a:srgbClr val="800080"/>
      </a:folHlink>
    </a:clrScheme>
    <a:fontScheme name="Blank">
      <a:majorFont>
        <a:latin typeface="Arial" pitchFamily="0" charset="1"/>
        <a:ea typeface="ＭＳ Ｐゴシック" pitchFamily="0" charset="1"/>
        <a:cs typeface=""/>
      </a:majorFont>
      <a:minorFont>
        <a:latin typeface="Arial" pitchFamily="0" charset="1"/>
        <a:ea typeface="ＭＳ Ｐゴシック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Übungen">
  <a:themeElements>
    <a:clrScheme name="PHBern-Farben">
      <a:dk1>
        <a:srgbClr val="000000"/>
      </a:dk1>
      <a:lt1>
        <a:srgbClr val="ffffff"/>
      </a:lt1>
      <a:dk2>
        <a:srgbClr val="f0efcd"/>
      </a:dk2>
      <a:lt2>
        <a:srgbClr val="9ebecc"/>
      </a:lt2>
      <a:accent1>
        <a:srgbClr val="cddfe8"/>
      </a:accent1>
      <a:accent2>
        <a:srgbClr val="6c94a8"/>
      </a:accent2>
      <a:accent3>
        <a:srgbClr val="44748b"/>
      </a:accent3>
      <a:accent4>
        <a:srgbClr val="ffffee"/>
      </a:accent4>
      <a:accent5>
        <a:srgbClr val="cdcc99"/>
      </a:accent5>
      <a:accent6>
        <a:srgbClr val="b8223f"/>
      </a:accent6>
      <a:hlink>
        <a:srgbClr val="0000ff"/>
      </a:hlink>
      <a:folHlink>
        <a:srgbClr val="800080"/>
      </a:folHlink>
    </a:clrScheme>
    <a:fontScheme name="Blank">
      <a:majorFont>
        <a:latin typeface="Arial" pitchFamily="0" charset="1"/>
        <a:ea typeface="ＭＳ Ｐゴシック" pitchFamily="0" charset="1"/>
        <a:cs typeface=""/>
      </a:majorFont>
      <a:minorFont>
        <a:latin typeface="Arial" pitchFamily="0" charset="1"/>
        <a:ea typeface="ＭＳ Ｐゴシック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PPT Vorlage Dozierende">
  <a:themeElements>
    <a:clrScheme name="PHBern-Farben">
      <a:dk1>
        <a:srgbClr val="000000"/>
      </a:dk1>
      <a:lt1>
        <a:srgbClr val="ffffff"/>
      </a:lt1>
      <a:dk2>
        <a:srgbClr val="f0efcd"/>
      </a:dk2>
      <a:lt2>
        <a:srgbClr val="9ebecc"/>
      </a:lt2>
      <a:accent1>
        <a:srgbClr val="cddfe8"/>
      </a:accent1>
      <a:accent2>
        <a:srgbClr val="6c94a8"/>
      </a:accent2>
      <a:accent3>
        <a:srgbClr val="44748b"/>
      </a:accent3>
      <a:accent4>
        <a:srgbClr val="ffffee"/>
      </a:accent4>
      <a:accent5>
        <a:srgbClr val="cdcc99"/>
      </a:accent5>
      <a:accent6>
        <a:srgbClr val="b8223f"/>
      </a:accent6>
      <a:hlink>
        <a:srgbClr val="0000ff"/>
      </a:hlink>
      <a:folHlink>
        <a:srgbClr val="800080"/>
      </a:folHlink>
    </a:clrScheme>
    <a:fontScheme name="Blank">
      <a:majorFont>
        <a:latin typeface="Arial" pitchFamily="0" charset="1"/>
        <a:ea typeface="ＭＳ Ｐゴシック" pitchFamily="0" charset="1"/>
        <a:cs typeface=""/>
      </a:majorFont>
      <a:minorFont>
        <a:latin typeface="Arial" pitchFamily="0" charset="1"/>
        <a:ea typeface="ＭＳ Ｐゴシック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972AEC90D2F96418864A1AB0D5ACE23" ma:contentTypeVersion="15" ma:contentTypeDescription="Ein neues Dokument erstellen." ma:contentTypeScope="" ma:versionID="bab8bf75de4527421578d6dcbfeff36e">
  <xsd:schema xmlns:xsd="http://www.w3.org/2001/XMLSchema" xmlns:xs="http://www.w3.org/2001/XMLSchema" xmlns:p="http://schemas.microsoft.com/office/2006/metadata/properties" xmlns:ns2="b1510014-7445-461b-b06f-8ad06b058364" xmlns:ns3="fede39c8-1cf6-4e0a-8db3-1d4b4347b061" targetNamespace="http://schemas.microsoft.com/office/2006/metadata/properties" ma:root="true" ma:fieldsID="5fd901f944e7bfe28745f9cf1571137b" ns2:_="" ns3:_="">
    <xsd:import namespace="b1510014-7445-461b-b06f-8ad06b058364"/>
    <xsd:import namespace="fede39c8-1cf6-4e0a-8db3-1d4b4347b0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510014-7445-461b-b06f-8ad06b0583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32a2cd1b-b448-454d-bc0a-f855dd3bbf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e39c8-1cf6-4e0a-8db3-1d4b4347b06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792c745-678f-406b-a5da-b04dd12f73c7}" ma:internalName="TaxCatchAll" ma:showField="CatchAllData" ma:web="fede39c8-1cf6-4e0a-8db3-1d4b4347b0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ede39c8-1cf6-4e0a-8db3-1d4b4347b061" xsi:nil="true"/>
    <lcf76f155ced4ddcb4097134ff3c332f xmlns="b1510014-7445-461b-b06f-8ad06b05836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421887-07DE-4450-B2D1-79A1F08210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510014-7445-461b-b06f-8ad06b058364"/>
    <ds:schemaRef ds:uri="fede39c8-1cf6-4e0a-8db3-1d4b4347b0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039FD1-6F47-47B1-965E-A833D110B580}">
  <ds:schemaRefs>
    <ds:schemaRef ds:uri="http://schemas.microsoft.com/office/2006/metadata/properties"/>
    <ds:schemaRef ds:uri="http://purl.org/dc/dcmitype/"/>
    <ds:schemaRef ds:uri="b1510014-7445-461b-b06f-8ad06b058364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fede39c8-1cf6-4e0a-8db3-1d4b4347b061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8BF38FD-BA3F-4F1B-82B0-F89C70DFFA5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50a00cf-4b6d-4672-b16c-ca346e4e11e5}" enabled="0" method="" siteId="{250a00cf-4b6d-4672-b16c-ca346e4e11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</TotalTime>
  <Application>LibreOffice/25.2.3.2$Linux_X86_64 LibreOffice_project/520$Build-2</Application>
  <AppVersion>15.0000</AppVersion>
  <Words>7</Words>
  <Paragraphs>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2026-05-02T06:21:06Z</dcterms:created>
  <dc:creator>Conrardy, Richard</dc:creator>
  <dc:description/>
  <dc:language>en-US</dc:language>
  <cp:lastModifiedBy>Conrardy, Richard</cp:lastModifiedBy>
  <cp:lastPrinted>2013-04-29T07:24:36Z</cp:lastPrinted>
  <dcterms:modified xsi:type="dcterms:W3CDTF">2026-05-03T06:28:11Z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0x010100E972AEC90D2F96418864A1AB0D5ACE23</vt:lpwstr>
  </property>
  <property fmtid="{D5CDD505-2E9C-101B-9397-08002B2CF9AE}" pid="3" name="MediaServiceImageTags">
    <vt:lpwstr/>
  </property>
  <property fmtid="{D5CDD505-2E9C-101B-9397-08002B2CF9AE}" pid="4" name="PresentationFormat">
    <vt:lpwstr>On-screen Show (16:9)</vt:lpwstr>
  </property>
  <property fmtid="{D5CDD505-2E9C-101B-9397-08002B2CF9AE}" pid="5" name="Slides">
    <vt:r8>4</vt:r8>
  </property>
  <property fmtid="{D5CDD505-2E9C-101B-9397-08002B2CF9AE}" pid="6" name="TaskPaneEnabled">
    <vt:lpwstr>True</vt:lpwstr>
  </property>
  <property fmtid="{D5CDD505-2E9C-101B-9397-08002B2CF9AE}" pid="7" name="dgworkflowid">
    <vt:lpwstr>f6ed9674-80e3-40ed-b7a7-40b783d0cbb5</vt:lpwstr>
  </property>
  <property fmtid="{D5CDD505-2E9C-101B-9397-08002B2CF9AE}" pid="8" name="languagekey">
    <vt:lpwstr>DE</vt:lpwstr>
  </property>
  <property fmtid="{D5CDD505-2E9C-101B-9397-08002B2CF9AE}" pid="9" name="taskpaneguid">
    <vt:lpwstr>befad596-161f-4fe9-bbf6-396b40b6903d</vt:lpwstr>
  </property>
  <property fmtid="{D5CDD505-2E9C-101B-9397-08002B2CF9AE}" pid="10" name="templateid">
    <vt:lpwstr>0163e0b6-1e19-4dd2-80b2-18b4cb1f3b5d</vt:lpwstr>
  </property>
  <property fmtid="{D5CDD505-2E9C-101B-9397-08002B2CF9AE}" pid="11" name="templatepath">
    <vt:lpwstr>Allgemeine Vorlagen/Powerpoint-Vorlagen</vt:lpwstr>
  </property>
  <property fmtid="{D5CDD505-2E9C-101B-9397-08002B2CF9AE}" pid="12" name="temporaryfilename">
    <vt:lpwstr>C:\Users\PHBEFE~1\AppData\Local\Temp\3\tmpEEBE.potx</vt:lpwstr>
  </property>
</Properties>
</file>